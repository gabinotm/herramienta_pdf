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Presentación de prueba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Segunda diapositiva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Punto uno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Punto dos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0" y="3200400"/>
            <a:ext cx="2286000" cy="1097280"/>
          </a:xfrm>
          <a:prstGeom prst="rect">
            <a:avLst/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2026-09-28T02:31:01Z</dcterms:created>
  <dcterms:modified xsi:type="dcterms:W3CDTF">2026-09-28T02:31:01Z</dcterms:modified>
</cp:coreProperties>
</file>