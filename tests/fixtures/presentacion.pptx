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Presentación de prueba</a:t>
            </a:r>
            <a:endParaRPr lang="en-US" sz="3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</a:rPr>
              <a:t>Segunda diapositiva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Punto uno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000000"/>
                </a:solidFill>
              </a:rPr>
              <a:t>Punto dos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943600" y="3200400"/>
            <a:ext cx="2286000" cy="1097280"/>
          </a:xfrm>
          <a:prstGeom prst="rect">
            <a:avLst/>
          </a:prstGeom>
          <a:solidFill>
            <a:srgbClr val="F59E0B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2026-09-28T01:53:53Z</dcterms:created>
  <dcterms:modified xsi:type="dcterms:W3CDTF">2026-09-28T01:53:53Z</dcterms:modified>
</cp:coreProperties>
</file>